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4630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AGRIPROFY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&amp; Investment Opportunity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Farm Management Platform for Morocco &amp; Africa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For Investor Review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828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8288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14.7%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Morocco's GDP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sector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828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73152" cy="18288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Farms in Morocco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are small (&lt;5ha)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18288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73152" cy="18288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8.7M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Hectares cultivated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agricole utile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GENERATION 2020-2030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program driving agricultural modernization and digitalization.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timing for Agriprofy's market entry.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0" y="320040"/>
            <a:ext cx="1828800" cy="4572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320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READY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NestJS Backend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623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810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 (Geospatial)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0370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157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Mobile App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5117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25054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API Modules Implemented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98648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Support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 (100% Complete)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50876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&amp; Parcel Management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856232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92040" y="1810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Stock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203704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892040" y="2157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Accounting Suite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551176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892040" y="25054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&amp; Payroll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2898648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89204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Intelligence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246120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89204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Marketplace</a:t>
            </a:r>
            <a:endParaRPr lang="en-US" sz="1300" dirty="0"/>
          </a:p>
        </p:txBody>
      </p:sp>
      <p:sp>
        <p:nvSpPr>
          <p:cNvPr id="30" name="Shape 17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31" name="Text 18"/>
          <p:cNvSpPr/>
          <p:nvPr/>
        </p:nvSpPr>
        <p:spPr>
          <a:xfrm>
            <a:off x="6400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endParaRPr lang="en-US" sz="2800" dirty="0"/>
          </a:p>
        </p:txBody>
      </p:sp>
      <p:sp>
        <p:nvSpPr>
          <p:cNvPr id="32" name="Text 19"/>
          <p:cNvSpPr/>
          <p:nvPr/>
        </p:nvSpPr>
        <p:spPr>
          <a:xfrm>
            <a:off x="6400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Modules</a:t>
            </a:r>
            <a:endParaRPr lang="en-US" sz="1100" dirty="0"/>
          </a:p>
        </p:txBody>
      </p:sp>
      <p:sp>
        <p:nvSpPr>
          <p:cNvPr id="33" name="Text 20"/>
          <p:cNvSpPr/>
          <p:nvPr/>
        </p:nvSpPr>
        <p:spPr>
          <a:xfrm>
            <a:off x="26974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800" dirty="0"/>
          </a:p>
        </p:txBody>
      </p:sp>
      <p:sp>
        <p:nvSpPr>
          <p:cNvPr id="34" name="Text 21"/>
          <p:cNvSpPr/>
          <p:nvPr/>
        </p:nvSpPr>
        <p:spPr>
          <a:xfrm>
            <a:off x="26974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35" name="Text 22"/>
          <p:cNvSpPr/>
          <p:nvPr/>
        </p:nvSpPr>
        <p:spPr>
          <a:xfrm>
            <a:off x="47548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36" name="Text 23"/>
          <p:cNvSpPr/>
          <p:nvPr/>
        </p:nvSpPr>
        <p:spPr>
          <a:xfrm>
            <a:off x="47548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(Web/Mobile/Desktop)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68122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38" name="Text 25"/>
          <p:cNvSpPr/>
          <p:nvPr/>
        </p:nvSpPr>
        <p:spPr>
          <a:xfrm>
            <a:off x="68122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Complete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7680960" cy="0"/>
          </a:xfrm>
          <a:prstGeom prst="line">
            <a:avLst/>
          </a:prstGeom>
          <a:noFill/>
          <a:ln w="381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423160"/>
            <a:ext cx="274320" cy="274320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ERP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Satellite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5054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Marketplace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066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2423160"/>
            <a:ext cx="274320" cy="274320"/>
          </a:xfrm>
          <a:prstGeom prst="ellipse">
            <a:avLst/>
          </a:prstGeom>
          <a:solidFill>
            <a:srgbClr val="D4A3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29260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2926080"/>
            <a:ext cx="2011680" cy="32004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Q2-Q3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749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Specialized Crops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3950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IoT Sensors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41513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2423160"/>
            <a:ext cx="274320" cy="27432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2801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280160"/>
            <a:ext cx="201168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Livestock Module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3042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Carbon Tracking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5054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Platform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80960" y="2423160"/>
            <a:ext cx="274320" cy="274320"/>
          </a:xfrm>
          <a:prstGeom prst="ellipse">
            <a:avLst/>
          </a:prstGeom>
          <a:solidFill>
            <a:srgbClr val="95D5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0" y="29260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2926080"/>
            <a:ext cx="2011680" cy="32004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95160" y="3749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Africa Expansion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95160" y="3950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Services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95160" y="41513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AgriTech Network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accelerates Phase 2-4 delivery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Immediate Development Priorities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32004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Crop Modules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Fruit Trees (citrus, olives, dates)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Cereals (wheat, barley, corn)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Vegetables (tomatoes, potatoes)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886200"/>
            <a:ext cx="246888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95% of Moroccan crops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188720"/>
            <a:ext cx="2743200" cy="32004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087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 Integration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290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Soil moisture sensors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 stations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2900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irrigation control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83280" y="3886200"/>
            <a:ext cx="246888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2" name="Text 18"/>
          <p:cNvSpPr/>
          <p:nvPr/>
        </p:nvSpPr>
        <p:spPr>
          <a:xfrm>
            <a:off x="33832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water savings potential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26480" y="1188720"/>
            <a:ext cx="2743200" cy="32004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132320" y="1371600"/>
            <a:ext cx="731520" cy="73152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087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AI Engine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09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Yield prediction models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093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Disease early warning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0936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Optimal harvest timing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63640" y="3886200"/>
            <a:ext cx="246888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1" name="Text 26"/>
          <p:cNvSpPr/>
          <p:nvPr/>
        </p:nvSpPr>
        <p:spPr>
          <a:xfrm>
            <a:off x="626364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productivity increase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3" name="Text 28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needed to accelerate Phase 2 delivery from 12 months → 6 months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Agriprofy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Agriprofy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Accounting (Local Standards)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7830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4944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+ AI Integration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2402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&amp; Payroll (Métayage)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6974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Multi-organization Architecture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154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Desktop + Web</a:t>
            </a:r>
            <a:endParaRPr lang="en-US" sz="1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6118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94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only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2"/>
          <p:cNvSpPr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Moroccan Market Focus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0690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4944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33" name="Text 25"/>
          <p:cNvSpPr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Marketplace Built-in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452628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49440" y="4434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Agricultural Revolution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Agriprofy is ready to scale across Morocco and Africa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108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974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Phase 2 development (6 months)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4747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974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sales &amp; marketing team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84048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974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pilot programs with large farms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how we can grow together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zakaria.boutchamir@gmail.com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Agriprofy - Product Roadmap &amp; Investment Opportunity</dc:title>
  <dc:subject>Investor Presentation</dc:subject>
  <dc:creator>Agriprofy Team</dc:creator>
  <cp:lastModifiedBy>Agriprofy Team</cp:lastModifiedBy>
  <cp:revision>1</cp:revision>
  <dcterms:created xsi:type="dcterms:W3CDTF">2026-02-04T23:21:06Z</dcterms:created>
  <dcterms:modified xsi:type="dcterms:W3CDTF">2026-02-04T23:21:06Z</dcterms:modified>
</cp:coreProperties>
</file>